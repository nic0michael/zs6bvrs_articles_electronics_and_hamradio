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E15E16-B44B-05B1-F70E-36223B501E8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557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9432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601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5C8AC-C122-2C49-7272-8694BA80924F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B845B1-248B-F3AA-3200-7189EEB96DE5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613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216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998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1D2716-2C14-DEA2-5998-D6394729239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049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6347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307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D8BFD3-2EB7-96EF-6D7A-0DFB7FCDBF1E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80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503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793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6BCC7-D7E1-DA9C-E00B-BFA78F38A15A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960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168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703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3B261-2BB9-3ACB-E4E1-60EB8347E096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50dB RF Power Tap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By ZS6BVR</a:t>
            </a:r>
            <a:endParaRPr lang="en-US"/>
          </a:p>
        </p:txBody>
      </p:sp>
      <p:pic>
        <p:nvPicPr>
          <p:cNvPr id="20786550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1052" y="2316162"/>
            <a:ext cx="2609407" cy="3140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8309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Design</a:t>
            </a:r>
            <a:endParaRPr/>
          </a:p>
        </p:txBody>
      </p:sp>
      <p:pic>
        <p:nvPicPr>
          <p:cNvPr id="13497813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83355" y="300789"/>
            <a:ext cx="9115232" cy="6334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624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Calculations</a:t>
            </a:r>
            <a:br>
              <a:rPr/>
            </a:br>
            <a:endParaRPr/>
          </a:p>
        </p:txBody>
      </p:sp>
      <p:graphicFrame>
        <p:nvGraphicFramePr>
          <p:cNvPr id="1498093676" name=""/>
          <p:cNvGraphicFramePr>
            <a:graphicFrameLocks xmlns:a="http://schemas.openxmlformats.org/drawingml/2006/main"/>
          </p:cNvGraphicFramePr>
          <p:nvPr/>
        </p:nvGraphicFramePr>
        <p:xfrm>
          <a:off x="3436578" y="419098"/>
          <a:ext cx="7745328" cy="5888353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894150"/>
                <a:gridCol w="894150"/>
                <a:gridCol w="1135429"/>
                <a:gridCol w="1121236"/>
                <a:gridCol w="950922"/>
                <a:gridCol w="894150"/>
                <a:gridCol w="894150"/>
                <a:gridCol w="894150"/>
                <a:gridCol w="894150"/>
              </a:tblGrid>
              <a:tr h="74199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RF Tap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92418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Zin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OHM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31874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432831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Vs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70.71067812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VR1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70.63996744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325267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Zout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20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OHM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432831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Power Output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mW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432831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VR2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Voltage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0.07071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0.070710678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  <a:miter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VR1/VR2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999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=R1/R2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92418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R1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49950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  <a:round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49948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208686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  <a:tr h="494664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Resistors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47000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2200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680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68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Series</a:t>
                      </a: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12699" algn="ctr">
                      <a:noFill/>
                    </a:lnL>
                    <a:lnR w="12699" algn="ctr">
                      <a:noFill/>
                    </a:lnR>
                    <a:lnT w="12699" algn="ctr">
                      <a:noFill/>
                    </a:lnT>
                    <a:lnB w="12699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525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Power Levels</a:t>
            </a:r>
            <a:endParaRPr/>
          </a:p>
        </p:txBody>
      </p:sp>
      <p:graphicFrame>
        <p:nvGraphicFramePr>
          <p:cNvPr id="1334481574" name=""/>
          <p:cNvGraphicFramePr>
            <a:graphicFrameLocks xmlns:a="http://schemas.openxmlformats.org/drawingml/2006/main"/>
          </p:cNvGraphicFramePr>
          <p:nvPr/>
        </p:nvGraphicFramePr>
        <p:xfrm>
          <a:off x="1313170" y="1822784"/>
          <a:ext cx="9572625" cy="48615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609599"/>
                <a:gridCol w="609599"/>
                <a:gridCol w="676274"/>
                <a:gridCol w="600075"/>
                <a:gridCol w="733424"/>
                <a:gridCol w="600075"/>
                <a:gridCol w="600075"/>
                <a:gridCol w="600075"/>
                <a:gridCol w="600075"/>
                <a:gridCol w="600075"/>
                <a:gridCol w="600075"/>
                <a:gridCol w="600075"/>
                <a:gridCol w="742950"/>
                <a:gridCol w="809624"/>
                <a:gridCol w="590549"/>
              </a:tblGrid>
              <a:tr h="180975"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Frequency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Attenuation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O/P with 100W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O/P with 10W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  O/P with 5W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       O/P with 1W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61.68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-14.68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-24.68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-31.68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-21.63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-28.63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53.89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-3.89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-6.89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-16.89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-23.89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1W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1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52.46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-2.46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-5.46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-15.46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-22.46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w="9524" algn="ctr"/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w="9524" algn="ctr"/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-14.37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-21.37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-15.63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-22.63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54.22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-4.22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-7.22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-17.22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-24.22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-25.37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56.02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-6.02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>
                      <a:miter/>
                    </a:lnT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-9.02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-19.02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>
                      <a:miter/>
                    </a:lnT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-26.02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55.57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-5.57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-8.57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-18.57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-25.57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56.1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-6.1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-9.1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-19.1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-26.1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55.94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-5.94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-8.94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-18.94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-25.94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55.74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-5.74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-8.74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-18.74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-25.74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-25.73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55.85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-5.85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-8.85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-18.85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-25.85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55.97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-5.97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-8.97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-18.97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-25.97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55.99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-5.99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-8.99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-18.99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-25.99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144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>
                      <a:miter/>
                    </a:lnR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-21.68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>
                      <a:miter/>
                    </a:lnL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-28.68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0975"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endParaRPr/>
                    </a:p>
                  </a:txBody>
                  <a:tcPr marL="0" marR="0" marT="0" marB="0" anchor="b">
                    <a:lnL algn="ctr">
                      <a:noFill/>
                    </a:lnL>
                    <a:lnR w="9524" algn="ctr"/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145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MHz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58.67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-8.67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-11.67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-21.67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-28.67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dBm</a:t>
                      </a:r>
                      <a:endParaRPr/>
                    </a:p>
                  </a:txBody>
                  <a:tcPr marL="0" marR="0" marT="0" marB="0" anchor="b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786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Closeup view</a:t>
            </a:r>
            <a:endParaRPr/>
          </a:p>
        </p:txBody>
      </p:sp>
      <p:pic>
        <p:nvPicPr>
          <p:cNvPr id="1958515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138485" y="414336"/>
            <a:ext cx="4419599" cy="6029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8490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Nico builds this</a:t>
            </a:r>
            <a:endParaRPr/>
          </a:p>
        </p:txBody>
      </p:sp>
      <p:pic>
        <p:nvPicPr>
          <p:cNvPr id="16146966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7058" y="345386"/>
            <a:ext cx="4843992" cy="64024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53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Nano VNA</a:t>
            </a:r>
            <a:br>
              <a:rPr/>
            </a:br>
            <a:r>
              <a:rPr/>
              <a:t>Measurement</a:t>
            </a:r>
            <a:endParaRPr/>
          </a:p>
        </p:txBody>
      </p:sp>
      <p:pic>
        <p:nvPicPr>
          <p:cNvPr id="16954590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09973" y="751972"/>
            <a:ext cx="8523523" cy="6028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2210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</a:t>
            </a:r>
            <a:endParaRPr/>
          </a:p>
        </p:txBody>
      </p:sp>
      <p:pic>
        <p:nvPicPr>
          <p:cNvPr id="299800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08156" y="426117"/>
            <a:ext cx="4364012" cy="6368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ONLYOFFICE/8.0.1.31</Application>
  <DocSecurity>0</DocSecurity>
  <PresentationFormat>Widescreen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6</cp:revision>
  <dcterms:modified xsi:type="dcterms:W3CDTF">2024-12-01T11:10:34Z</dcterms:modified>
  <cp:category/>
  <cp:contentStatus/>
  <cp:version/>
</cp:coreProperties>
</file>